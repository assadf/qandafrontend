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4" d="100"/>
          <a:sy n="114" d="100"/>
        </p:scale>
        <p:origin x="414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D1B8F3-C022-4F60-9327-A5F94D4AA93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1905911-914F-4E68-AAA1-9A7AEF77F04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DE71D48-D385-4062-86FE-53AD843660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4E7D89-D63E-440B-95A2-3F577F48FD3E}" type="datetimeFigureOut">
              <a:rPr lang="en-GB" smtClean="0"/>
              <a:t>31/01/2021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1365124-DF53-45B9-891C-36A17C1810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A46B333-7CEB-47CC-8AB9-95ED6F7395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0B6960-68F8-460D-A927-69E0693E283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369732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0AB56A-9C41-4844-8ED4-3C6AF41BB2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C196D8-2CF6-4D51-B616-BB86C6E441D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9CFC4D-F488-4BA6-8373-99A67E9577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4E7D89-D63E-440B-95A2-3F577F48FD3E}" type="datetimeFigureOut">
              <a:rPr lang="en-GB" smtClean="0"/>
              <a:t>31/01/2021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3D572B2-2358-4615-98AF-2D9A13FF49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BF92D1A-664E-4FAC-A926-0054F8DBFF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0B6960-68F8-460D-A927-69E0693E283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9607919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BEF117-DD2A-4B1D-8672-24F7748EA0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765C1F3-1E7B-4728-975B-06E34B00918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615E51A-290C-43A5-926A-688DA2DDF9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4E7D89-D63E-440B-95A2-3F577F48FD3E}" type="datetimeFigureOut">
              <a:rPr lang="en-GB" smtClean="0"/>
              <a:t>31/01/2021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0B34957-72A0-42DD-AB6A-AB2DD417AC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1C1CF74-6907-441E-AE08-0B1916479E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0B6960-68F8-460D-A927-69E0693E283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101645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52DB32-DB9B-4487-A971-87C4888CD6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DDCA00-02F2-4CF5-921B-29E9592E65A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3FECC04-D91A-4FD1-9D96-FA81A992D89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58B010D-BF27-4873-B238-C7406C7DD9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4E7D89-D63E-440B-95A2-3F577F48FD3E}" type="datetimeFigureOut">
              <a:rPr lang="en-GB" smtClean="0"/>
              <a:t>31/01/2021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F73021A-8085-4734-B1F0-515A8F5A78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3E0646D-008E-4E54-BF77-F287AC360E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0B6960-68F8-460D-A927-69E0693E283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231314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31CCA0-CF6B-49D4-9E2A-A80DA70A9C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186B0BF-D7E1-4D4A-99C8-23C776F489E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89FFDE1-EE5E-4E63-B0AC-A7654157237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CDD5AE2-960A-42AA-BCEF-89AB850F450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56E884E-F228-4EFB-ADD4-C402CA36E9C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C40ED8D-C2DF-4EAD-9828-3A3DB154E1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4E7D89-D63E-440B-95A2-3F577F48FD3E}" type="datetimeFigureOut">
              <a:rPr lang="en-GB" smtClean="0"/>
              <a:t>31/01/2021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61A4273-8F30-4BC9-B43A-CC666D84FA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DF2C15F-7BCD-4425-B742-CC32E8AD28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0B6960-68F8-460D-A927-69E0693E283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496391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7AA583-5A00-45FD-AC31-B52F688E8D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5449B6B-C7F2-4456-88FF-522FD1A0E3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4E7D89-D63E-440B-95A2-3F577F48FD3E}" type="datetimeFigureOut">
              <a:rPr lang="en-GB" smtClean="0"/>
              <a:t>31/01/2021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1DF1467-092F-4BFD-A97C-87536FB492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676F194-5F35-4A2A-B15B-8444AC5D91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0B6960-68F8-460D-A927-69E0693E283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0256496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3AF1D6B-7EC6-4C1F-B2F6-C8B9D8751A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4E7D89-D63E-440B-95A2-3F577F48FD3E}" type="datetimeFigureOut">
              <a:rPr lang="en-GB" smtClean="0"/>
              <a:t>31/01/2021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92FE4DA-E4A3-495E-BA0E-E1E440630A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63D48D-21F0-434B-A454-93507D03DD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0B6960-68F8-460D-A927-69E0693E283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6051108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B4105F-C58C-40E4-8CD6-D1EE7F52D3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722B00-FA78-4074-82D8-66352D49F6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22E8A47-0499-4A6A-9694-CCA3C7FF35F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A861638-7046-48B9-A335-F91C364AFC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4E7D89-D63E-440B-95A2-3F577F48FD3E}" type="datetimeFigureOut">
              <a:rPr lang="en-GB" smtClean="0"/>
              <a:t>31/01/2021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265876A-8082-4927-8569-D565BB2097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7F070FB-5D59-45D9-B4FA-0C4830E27E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0B6960-68F8-460D-A927-69E0693E283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1579627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B4737F-EDEA-47E7-ADA6-458E9C10E6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7F0214A-DB34-461B-8BEB-8004D0DDF3B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A227EF6-2B72-477E-938A-DC84AB39D0F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9F7B12A-21BA-46A7-89DA-10D9821FF9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4E7D89-D63E-440B-95A2-3F577F48FD3E}" type="datetimeFigureOut">
              <a:rPr lang="en-GB" smtClean="0"/>
              <a:t>31/01/2021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1C77321-EF14-4013-97C0-CB5748B417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FE93415-1016-4070-BF00-192EC57C38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0B6960-68F8-460D-A927-69E0693E283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4105092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EBCD7A-9987-409F-9009-68C814D148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4E23F0A-8AE4-454E-8E1D-0C3AB4113B6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5F4EEA4-54E4-4A3E-8BE5-A702E8E553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4E7D89-D63E-440B-95A2-3F577F48FD3E}" type="datetimeFigureOut">
              <a:rPr lang="en-GB" smtClean="0"/>
              <a:t>31/01/2021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58D9DBB-9B1E-4C1A-A4FA-A4B240D253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ACF787-A6F9-4904-AB3A-55EE4E60AC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0B6960-68F8-460D-A927-69E0693E283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692855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74DCB4F-3A74-4640-BC18-2C1BC23EA2D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B7FC1F6-302A-4CCE-B1E8-E024149F56E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73352CB-86BF-4AD4-A97A-C9773A79C4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4E7D89-D63E-440B-95A2-3F577F48FD3E}" type="datetimeFigureOut">
              <a:rPr lang="en-GB" smtClean="0"/>
              <a:t>31/01/2021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C1A4BF6-5031-4DF8-944A-00405B988B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A75F1FD-3FDC-45C7-B144-9B4AD1374D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0B6960-68F8-460D-A927-69E0693E283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0813332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85D6C94-0D3B-44B1-B267-D92E2B3A64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4EEE81D-8F24-4711-A036-A26CD439B2D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3EE4ECD-D637-4EAC-9FC0-0C4B508916A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44E7D89-D63E-440B-95A2-3F577F48FD3E}" type="datetimeFigureOut">
              <a:rPr lang="en-GB" smtClean="0"/>
              <a:t>31/01/2021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2874E0C-B5E8-499E-A860-C4EC405BD17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0734CD4-3AF8-4E8B-9DDA-01E6899AA06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D0B6960-68F8-460D-A927-69E0693E283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4555801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6CF8572A-314B-4C23-B4F9-21BF983FB1C6}"/>
              </a:ext>
            </a:extLst>
          </p:cNvPr>
          <p:cNvSpPr/>
          <p:nvPr/>
        </p:nvSpPr>
        <p:spPr>
          <a:xfrm>
            <a:off x="411062" y="335560"/>
            <a:ext cx="11325136" cy="6258187"/>
          </a:xfrm>
          <a:prstGeom prst="rect">
            <a:avLst/>
          </a:prstGeom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F06A212-51A1-4430-B27F-2A381287897A}"/>
              </a:ext>
            </a:extLst>
          </p:cNvPr>
          <p:cNvSpPr/>
          <p:nvPr/>
        </p:nvSpPr>
        <p:spPr>
          <a:xfrm>
            <a:off x="534955" y="447870"/>
            <a:ext cx="11100318" cy="1198094"/>
          </a:xfrm>
          <a:prstGeom prst="rect">
            <a:avLst/>
          </a:prstGeom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t" anchorCtr="0"/>
          <a:lstStyle/>
          <a:p>
            <a:pPr algn="ctr"/>
            <a:r>
              <a:rPr lang="en-GB" dirty="0" err="1"/>
              <a:t>Header.tsx</a:t>
            </a:r>
            <a:endParaRPr lang="en-GB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10854EF-EA40-4A5F-BA8B-728C129B641C}"/>
              </a:ext>
            </a:extLst>
          </p:cNvPr>
          <p:cNvSpPr/>
          <p:nvPr/>
        </p:nvSpPr>
        <p:spPr>
          <a:xfrm>
            <a:off x="9731828" y="1027651"/>
            <a:ext cx="1763228" cy="426098"/>
          </a:xfrm>
          <a:prstGeom prst="rect">
            <a:avLst/>
          </a:prstGeom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t" anchorCtr="0"/>
          <a:lstStyle/>
          <a:p>
            <a:pPr algn="ctr"/>
            <a:r>
              <a:rPr lang="en-GB" dirty="0" err="1"/>
              <a:t>Icon.tsx</a:t>
            </a:r>
            <a:endParaRPr lang="en-GB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95DEA8B-6C91-4B95-A735-01F77422942F}"/>
              </a:ext>
            </a:extLst>
          </p:cNvPr>
          <p:cNvSpPr/>
          <p:nvPr/>
        </p:nvSpPr>
        <p:spPr>
          <a:xfrm>
            <a:off x="7392696" y="1027651"/>
            <a:ext cx="2198915" cy="426099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en-GB" dirty="0" err="1"/>
              <a:t>Styles.ts</a:t>
            </a:r>
            <a:endParaRPr lang="en-GB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B6B30B4-5F78-4EF5-86A5-C87AB7C0EECD}"/>
              </a:ext>
            </a:extLst>
          </p:cNvPr>
          <p:cNvSpPr/>
          <p:nvPr/>
        </p:nvSpPr>
        <p:spPr>
          <a:xfrm>
            <a:off x="534955" y="1758274"/>
            <a:ext cx="11100318" cy="4651856"/>
          </a:xfrm>
          <a:prstGeom prst="rect">
            <a:avLst/>
          </a:prstGeom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t" anchorCtr="0"/>
          <a:lstStyle/>
          <a:p>
            <a:pPr algn="ctr"/>
            <a:r>
              <a:rPr lang="en-GB" dirty="0" err="1"/>
              <a:t>Page.tsx</a:t>
            </a:r>
            <a:endParaRPr lang="en-GB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EE5B209-AC34-4ED6-AB66-C493580892F1}"/>
              </a:ext>
            </a:extLst>
          </p:cNvPr>
          <p:cNvSpPr/>
          <p:nvPr/>
        </p:nvSpPr>
        <p:spPr>
          <a:xfrm>
            <a:off x="3546410" y="2348916"/>
            <a:ext cx="5099179" cy="423147"/>
          </a:xfrm>
          <a:prstGeom prst="rect">
            <a:avLst/>
          </a:prstGeom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t" anchorCtr="0"/>
          <a:lstStyle/>
          <a:p>
            <a:pPr algn="ctr"/>
            <a:r>
              <a:rPr lang="en-GB" dirty="0" err="1"/>
              <a:t>PageTitle.tsx</a:t>
            </a:r>
            <a:endParaRPr lang="en-GB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5739DAE-FE61-4C98-8DBC-37F6424F9B50}"/>
              </a:ext>
            </a:extLst>
          </p:cNvPr>
          <p:cNvSpPr/>
          <p:nvPr/>
        </p:nvSpPr>
        <p:spPr>
          <a:xfrm>
            <a:off x="3546410" y="2895422"/>
            <a:ext cx="5099179" cy="3176043"/>
          </a:xfrm>
          <a:prstGeom prst="rect">
            <a:avLst/>
          </a:prstGeom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t" anchorCtr="0"/>
          <a:lstStyle/>
          <a:p>
            <a:pPr algn="ctr"/>
            <a:r>
              <a:rPr lang="en-GB" dirty="0" err="1"/>
              <a:t>HomePage.tsx</a:t>
            </a:r>
            <a:endParaRPr lang="en-GB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939E023-390B-4E1C-94A8-5C94AE9DDE47}"/>
              </a:ext>
            </a:extLst>
          </p:cNvPr>
          <p:cNvSpPr/>
          <p:nvPr/>
        </p:nvSpPr>
        <p:spPr>
          <a:xfrm>
            <a:off x="3750842" y="4233686"/>
            <a:ext cx="4661484" cy="1577721"/>
          </a:xfrm>
          <a:prstGeom prst="rect">
            <a:avLst/>
          </a:prstGeom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t" anchorCtr="0"/>
          <a:lstStyle/>
          <a:p>
            <a:pPr algn="ctr"/>
            <a:r>
              <a:rPr lang="en-GB" dirty="0" err="1"/>
              <a:t>QuestionList.tsx</a:t>
            </a:r>
            <a:endParaRPr lang="en-GB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4A6CEA3-8518-418A-B638-84A7B645A540}"/>
              </a:ext>
            </a:extLst>
          </p:cNvPr>
          <p:cNvSpPr/>
          <p:nvPr/>
        </p:nvSpPr>
        <p:spPr>
          <a:xfrm>
            <a:off x="4121928" y="5370003"/>
            <a:ext cx="3965252" cy="338748"/>
          </a:xfrm>
          <a:prstGeom prst="rect">
            <a:avLst/>
          </a:prstGeom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t" anchorCtr="0"/>
          <a:lstStyle/>
          <a:p>
            <a:pPr algn="ctr"/>
            <a:r>
              <a:rPr lang="en-GB" dirty="0" err="1"/>
              <a:t>Question.tsx</a:t>
            </a:r>
            <a:endParaRPr lang="en-GB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F54E731-6542-448F-8628-81FFB3CB153C}"/>
              </a:ext>
            </a:extLst>
          </p:cNvPr>
          <p:cNvSpPr/>
          <p:nvPr/>
        </p:nvSpPr>
        <p:spPr>
          <a:xfrm>
            <a:off x="4140459" y="4572437"/>
            <a:ext cx="3965252" cy="347489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en-GB" dirty="0"/>
              <a:t>Prop: </a:t>
            </a:r>
            <a:r>
              <a:rPr lang="en-GB" dirty="0" err="1"/>
              <a:t>QuestionData.ts</a:t>
            </a:r>
            <a:endParaRPr lang="en-GB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0BA672D-8FD7-4704-8130-41F983334156}"/>
              </a:ext>
            </a:extLst>
          </p:cNvPr>
          <p:cNvSpPr/>
          <p:nvPr/>
        </p:nvSpPr>
        <p:spPr>
          <a:xfrm>
            <a:off x="4129703" y="4988544"/>
            <a:ext cx="3965252" cy="338749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en-GB" dirty="0" err="1"/>
              <a:t>Styles.ts</a:t>
            </a:r>
            <a:endParaRPr lang="en-GB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F1341EB-2BBC-46D6-A6C1-1C816A517694}"/>
              </a:ext>
            </a:extLst>
          </p:cNvPr>
          <p:cNvSpPr/>
          <p:nvPr/>
        </p:nvSpPr>
        <p:spPr>
          <a:xfrm>
            <a:off x="3750840" y="3243495"/>
            <a:ext cx="4661485" cy="426098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en-GB" dirty="0" err="1"/>
              <a:t>QuestionData.ts</a:t>
            </a:r>
            <a:endParaRPr lang="en-GB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7BAB6DC-09A1-4E38-A073-215D5F303164}"/>
              </a:ext>
            </a:extLst>
          </p:cNvPr>
          <p:cNvSpPr/>
          <p:nvPr/>
        </p:nvSpPr>
        <p:spPr>
          <a:xfrm>
            <a:off x="3743065" y="3738969"/>
            <a:ext cx="4661485" cy="426099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en-GB" dirty="0" err="1"/>
              <a:t>Styles.ts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79214859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38</Words>
  <Application>Microsoft Office PowerPoint</Application>
  <PresentationFormat>Widescreen</PresentationFormat>
  <Paragraphs>12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 Theme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Admin</dc:creator>
  <cp:lastModifiedBy>Admin</cp:lastModifiedBy>
  <cp:revision>3</cp:revision>
  <dcterms:created xsi:type="dcterms:W3CDTF">2021-01-30T12:58:28Z</dcterms:created>
  <dcterms:modified xsi:type="dcterms:W3CDTF">2021-01-31T13:14:54Z</dcterms:modified>
</cp:coreProperties>
</file>