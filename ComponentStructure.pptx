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1B8F3-C022-4F60-9327-A5F94D4AA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905911-914F-4E68-AAA1-9A7AEF77F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71D48-D385-4062-86FE-53AD84366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E7D89-D63E-440B-95A2-3F577F48FD3E}" type="datetimeFigureOut">
              <a:rPr lang="en-GB" smtClean="0"/>
              <a:t>31/01/2021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65124-DF53-45B9-891C-36A17C181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6B333-7CEB-47CC-8AB9-95ED6F739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B6960-68F8-460D-A927-69E0693E28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6973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AB56A-9C41-4844-8ED4-3C6AF41BB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196D8-2CF6-4D51-B616-BB86C6E44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CFC4D-F488-4BA6-8373-99A67E95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E7D89-D63E-440B-95A2-3F577F48FD3E}" type="datetimeFigureOut">
              <a:rPr lang="en-GB" smtClean="0"/>
              <a:t>31/01/2021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572B2-2358-4615-98AF-2D9A13FF4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92D1A-664E-4FAC-A926-0054F8DBF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B6960-68F8-460D-A927-69E0693E28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6079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EF117-DD2A-4B1D-8672-24F7748EA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5C1F3-1E7B-4728-975B-06E34B009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5E51A-290C-43A5-926A-688DA2DD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E7D89-D63E-440B-95A2-3F577F48FD3E}" type="datetimeFigureOut">
              <a:rPr lang="en-GB" smtClean="0"/>
              <a:t>31/01/2021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34957-72A0-42DD-AB6A-AB2DD417A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1CF74-6907-441E-AE08-0B191647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B6960-68F8-460D-A927-69E0693E28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0164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2DB32-DB9B-4487-A971-87C4888CD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DCA00-02F2-4CF5-921B-29E9592E65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FECC04-D91A-4FD1-9D96-FA81A992D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B010D-BF27-4873-B238-C7406C7DD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E7D89-D63E-440B-95A2-3F577F48FD3E}" type="datetimeFigureOut">
              <a:rPr lang="en-GB" smtClean="0"/>
              <a:t>31/01/2021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73021A-8085-4734-B1F0-515A8F5A7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0646D-008E-4E54-BF77-F287AC360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B6960-68F8-460D-A927-69E0693E28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3131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1CCA0-CF6B-49D4-9E2A-A80DA70A9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6B0BF-D7E1-4D4A-99C8-23C776F48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9FFDE1-EE5E-4E63-B0AC-A76541572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5AE2-960A-42AA-BCEF-89AB850F4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6E884E-F228-4EFB-ADD4-C402CA36E9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40ED8D-C2DF-4EAD-9828-3A3DB154E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E7D89-D63E-440B-95A2-3F577F48FD3E}" type="datetimeFigureOut">
              <a:rPr lang="en-GB" smtClean="0"/>
              <a:t>31/01/2021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1A4273-8F30-4BC9-B43A-CC666D84F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F2C15F-7BCD-4425-B742-CC32E8AD2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B6960-68F8-460D-A927-69E0693E28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4963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AA583-5A00-45FD-AC31-B52F688E8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449B6B-C7F2-4456-88FF-522FD1A0E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E7D89-D63E-440B-95A2-3F577F48FD3E}" type="datetimeFigureOut">
              <a:rPr lang="en-GB" smtClean="0"/>
              <a:t>31/01/2021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DF1467-092F-4BFD-A97C-87536FB49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76F194-5F35-4A2A-B15B-8444AC5D9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B6960-68F8-460D-A927-69E0693E28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2564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AF1D6B-7EC6-4C1F-B2F6-C8B9D8751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E7D89-D63E-440B-95A2-3F577F48FD3E}" type="datetimeFigureOut">
              <a:rPr lang="en-GB" smtClean="0"/>
              <a:t>31/01/2021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2FE4DA-E4A3-495E-BA0E-E1E440630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3D48D-21F0-434B-A454-93507D03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B6960-68F8-460D-A927-69E0693E28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0511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4105F-C58C-40E4-8CD6-D1EE7F52D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22B00-FA78-4074-82D8-66352D49F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2E8A47-0499-4A6A-9694-CCA3C7FF3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61638-7046-48B9-A335-F91C364AF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E7D89-D63E-440B-95A2-3F577F48FD3E}" type="datetimeFigureOut">
              <a:rPr lang="en-GB" smtClean="0"/>
              <a:t>31/01/2021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65876A-8082-4927-8569-D565BB209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070FB-5D59-45D9-B4FA-0C4830E27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B6960-68F8-460D-A927-69E0693E28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5796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4737F-EDEA-47E7-ADA6-458E9C10E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214A-DB34-461B-8BEB-8004D0DDF3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27EF6-2B72-477E-938A-DC84AB39D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7B12A-21BA-46A7-89DA-10D9821FF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E7D89-D63E-440B-95A2-3F577F48FD3E}" type="datetimeFigureOut">
              <a:rPr lang="en-GB" smtClean="0"/>
              <a:t>31/01/2021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77321-EF14-4013-97C0-CB5748B41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93415-1016-4070-BF00-192EC57C3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B6960-68F8-460D-A927-69E0693E28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1050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BCD7A-9987-409F-9009-68C814D14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E23F0A-8AE4-454E-8E1D-0C3AB4113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4EEA4-54E4-4A3E-8BE5-A702E8E55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E7D89-D63E-440B-95A2-3F577F48FD3E}" type="datetimeFigureOut">
              <a:rPr lang="en-GB" smtClean="0"/>
              <a:t>31/01/2021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D9DBB-9B1E-4C1A-A4FA-A4B240D25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CF787-A6F9-4904-AB3A-55EE4E60A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B6960-68F8-460D-A927-69E0693E28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9285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4DCB4F-3A74-4640-BC18-2C1BC23EA2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7FC1F6-302A-4CCE-B1E8-E024149F5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352CB-86BF-4AD4-A97A-C9773A79C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E7D89-D63E-440B-95A2-3F577F48FD3E}" type="datetimeFigureOut">
              <a:rPr lang="en-GB" smtClean="0"/>
              <a:t>31/01/2021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A4BF6-5031-4DF8-944A-00405B988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5F1FD-3FDC-45C7-B144-9B4AD1374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B6960-68F8-460D-A927-69E0693E28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133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D6C94-0D3B-44B1-B267-D92E2B3A6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EE81D-8F24-4711-A036-A26CD439B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E4ECD-D637-4EAC-9FC0-0C4B50891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E7D89-D63E-440B-95A2-3F577F48FD3E}" type="datetimeFigureOut">
              <a:rPr lang="en-GB" smtClean="0"/>
              <a:t>31/01/2021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74E0C-B5E8-499E-A860-C4EC405BD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34CD4-3AF8-4E8B-9DDA-01E6899AA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B6960-68F8-460D-A927-69E0693E28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558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F8572A-314B-4C23-B4F9-21BF983FB1C6}"/>
              </a:ext>
            </a:extLst>
          </p:cNvPr>
          <p:cNvSpPr/>
          <p:nvPr/>
        </p:nvSpPr>
        <p:spPr>
          <a:xfrm>
            <a:off x="411062" y="335560"/>
            <a:ext cx="11325136" cy="625818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06A212-51A1-4430-B27F-2A381287897A}"/>
              </a:ext>
            </a:extLst>
          </p:cNvPr>
          <p:cNvSpPr/>
          <p:nvPr/>
        </p:nvSpPr>
        <p:spPr>
          <a:xfrm>
            <a:off x="534955" y="447870"/>
            <a:ext cx="11100318" cy="119809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 err="1"/>
              <a:t>Header.tsx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0854EF-EA40-4A5F-BA8B-728C129B641C}"/>
              </a:ext>
            </a:extLst>
          </p:cNvPr>
          <p:cNvSpPr/>
          <p:nvPr/>
        </p:nvSpPr>
        <p:spPr>
          <a:xfrm>
            <a:off x="9731828" y="1027651"/>
            <a:ext cx="1763228" cy="42609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 err="1"/>
              <a:t>Icon.tsx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5DEA8B-6C91-4B95-A735-01F77422942F}"/>
              </a:ext>
            </a:extLst>
          </p:cNvPr>
          <p:cNvSpPr/>
          <p:nvPr/>
        </p:nvSpPr>
        <p:spPr>
          <a:xfrm>
            <a:off x="7392696" y="1027651"/>
            <a:ext cx="2198915" cy="4260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 err="1"/>
              <a:t>Styles.ts</a:t>
            </a:r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6B30B4-5F78-4EF5-86A5-C87AB7C0EECD}"/>
              </a:ext>
            </a:extLst>
          </p:cNvPr>
          <p:cNvSpPr/>
          <p:nvPr/>
        </p:nvSpPr>
        <p:spPr>
          <a:xfrm>
            <a:off x="534955" y="1758274"/>
            <a:ext cx="11100318" cy="46518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 err="1"/>
              <a:t>HomePage.tsx</a:t>
            </a:r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E5B209-AC34-4ED6-AB66-C493580892F1}"/>
              </a:ext>
            </a:extLst>
          </p:cNvPr>
          <p:cNvSpPr/>
          <p:nvPr/>
        </p:nvSpPr>
        <p:spPr>
          <a:xfrm>
            <a:off x="3546410" y="2348916"/>
            <a:ext cx="5099179" cy="42314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 err="1"/>
              <a:t>PageTitle.tsx</a:t>
            </a:r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739DAE-FE61-4C98-8DBC-37F6424F9B50}"/>
              </a:ext>
            </a:extLst>
          </p:cNvPr>
          <p:cNvSpPr/>
          <p:nvPr/>
        </p:nvSpPr>
        <p:spPr>
          <a:xfrm>
            <a:off x="3546410" y="2895422"/>
            <a:ext cx="5099179" cy="317604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 err="1"/>
              <a:t>Page.tsx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39E023-390B-4E1C-94A8-5C94AE9DDE47}"/>
              </a:ext>
            </a:extLst>
          </p:cNvPr>
          <p:cNvSpPr/>
          <p:nvPr/>
        </p:nvSpPr>
        <p:spPr>
          <a:xfrm>
            <a:off x="3750842" y="4233686"/>
            <a:ext cx="4661484" cy="157772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 err="1"/>
              <a:t>QuestionList.tsx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A6CEA3-8518-418A-B638-84A7B645A540}"/>
              </a:ext>
            </a:extLst>
          </p:cNvPr>
          <p:cNvSpPr/>
          <p:nvPr/>
        </p:nvSpPr>
        <p:spPr>
          <a:xfrm>
            <a:off x="4121928" y="5370003"/>
            <a:ext cx="3965252" cy="33874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 err="1"/>
              <a:t>Question.tsx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54E731-6542-448F-8628-81FFB3CB153C}"/>
              </a:ext>
            </a:extLst>
          </p:cNvPr>
          <p:cNvSpPr/>
          <p:nvPr/>
        </p:nvSpPr>
        <p:spPr>
          <a:xfrm>
            <a:off x="4140459" y="4572437"/>
            <a:ext cx="3965252" cy="34748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Prop: </a:t>
            </a:r>
            <a:r>
              <a:rPr lang="en-GB" dirty="0" err="1"/>
              <a:t>QuestionData.ts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BA672D-8FD7-4704-8130-41F983334156}"/>
              </a:ext>
            </a:extLst>
          </p:cNvPr>
          <p:cNvSpPr/>
          <p:nvPr/>
        </p:nvSpPr>
        <p:spPr>
          <a:xfrm>
            <a:off x="4129703" y="4988544"/>
            <a:ext cx="3965252" cy="3387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 err="1"/>
              <a:t>Styles.ts</a:t>
            </a:r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1341EB-2BBC-46D6-A6C1-1C816A517694}"/>
              </a:ext>
            </a:extLst>
          </p:cNvPr>
          <p:cNvSpPr/>
          <p:nvPr/>
        </p:nvSpPr>
        <p:spPr>
          <a:xfrm>
            <a:off x="3750840" y="3243495"/>
            <a:ext cx="4661485" cy="42609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 err="1"/>
              <a:t>QuestionData.ts</a:t>
            </a:r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BAB6DC-09A1-4E38-A073-215D5F303164}"/>
              </a:ext>
            </a:extLst>
          </p:cNvPr>
          <p:cNvSpPr/>
          <p:nvPr/>
        </p:nvSpPr>
        <p:spPr>
          <a:xfrm>
            <a:off x="3743065" y="3738969"/>
            <a:ext cx="4661485" cy="4260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 err="1"/>
              <a:t>Styles.ts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2148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F8572A-314B-4C23-B4F9-21BF983FB1C6}"/>
              </a:ext>
            </a:extLst>
          </p:cNvPr>
          <p:cNvSpPr/>
          <p:nvPr/>
        </p:nvSpPr>
        <p:spPr>
          <a:xfrm>
            <a:off x="411062" y="335560"/>
            <a:ext cx="11325136" cy="625818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06A212-51A1-4430-B27F-2A381287897A}"/>
              </a:ext>
            </a:extLst>
          </p:cNvPr>
          <p:cNvSpPr/>
          <p:nvPr/>
        </p:nvSpPr>
        <p:spPr>
          <a:xfrm>
            <a:off x="534955" y="447870"/>
            <a:ext cx="11100318" cy="119809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 err="1"/>
              <a:t>Header.tsx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0854EF-EA40-4A5F-BA8B-728C129B641C}"/>
              </a:ext>
            </a:extLst>
          </p:cNvPr>
          <p:cNvSpPr/>
          <p:nvPr/>
        </p:nvSpPr>
        <p:spPr>
          <a:xfrm>
            <a:off x="9731828" y="1027651"/>
            <a:ext cx="1763228" cy="42609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 err="1"/>
              <a:t>Icon.tsx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5DEA8B-6C91-4B95-A735-01F77422942F}"/>
              </a:ext>
            </a:extLst>
          </p:cNvPr>
          <p:cNvSpPr/>
          <p:nvPr/>
        </p:nvSpPr>
        <p:spPr>
          <a:xfrm>
            <a:off x="7392696" y="1027651"/>
            <a:ext cx="2198915" cy="4260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 err="1"/>
              <a:t>Styles.ts</a:t>
            </a:r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6B30B4-5F78-4EF5-86A5-C87AB7C0EECD}"/>
              </a:ext>
            </a:extLst>
          </p:cNvPr>
          <p:cNvSpPr/>
          <p:nvPr/>
        </p:nvSpPr>
        <p:spPr>
          <a:xfrm>
            <a:off x="534955" y="1758274"/>
            <a:ext cx="11100318" cy="46518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/>
              <a:t>QuestionPage.</a:t>
            </a:r>
            <a:r>
              <a:rPr lang="en-GB" dirty="0" err="1"/>
              <a:t>tsx</a:t>
            </a:r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E5B209-AC34-4ED6-AB66-C493580892F1}"/>
              </a:ext>
            </a:extLst>
          </p:cNvPr>
          <p:cNvSpPr/>
          <p:nvPr/>
        </p:nvSpPr>
        <p:spPr>
          <a:xfrm>
            <a:off x="3546410" y="2348916"/>
            <a:ext cx="5099179" cy="42314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 err="1"/>
              <a:t>PageTitle.tsx</a:t>
            </a:r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739DAE-FE61-4C98-8DBC-37F6424F9B50}"/>
              </a:ext>
            </a:extLst>
          </p:cNvPr>
          <p:cNvSpPr/>
          <p:nvPr/>
        </p:nvSpPr>
        <p:spPr>
          <a:xfrm>
            <a:off x="3546410" y="2895422"/>
            <a:ext cx="5099179" cy="317604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 err="1"/>
              <a:t>Page.tsx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39E023-390B-4E1C-94A8-5C94AE9DDE47}"/>
              </a:ext>
            </a:extLst>
          </p:cNvPr>
          <p:cNvSpPr/>
          <p:nvPr/>
        </p:nvSpPr>
        <p:spPr>
          <a:xfrm>
            <a:off x="3750842" y="4233686"/>
            <a:ext cx="4661484" cy="157772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 err="1"/>
              <a:t>QuestionList.tsx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A6CEA3-8518-418A-B638-84A7B645A540}"/>
              </a:ext>
            </a:extLst>
          </p:cNvPr>
          <p:cNvSpPr/>
          <p:nvPr/>
        </p:nvSpPr>
        <p:spPr>
          <a:xfrm>
            <a:off x="4121928" y="5370003"/>
            <a:ext cx="3965252" cy="33874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 err="1"/>
              <a:t>Question.tsx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54E731-6542-448F-8628-81FFB3CB153C}"/>
              </a:ext>
            </a:extLst>
          </p:cNvPr>
          <p:cNvSpPr/>
          <p:nvPr/>
        </p:nvSpPr>
        <p:spPr>
          <a:xfrm>
            <a:off x="4140459" y="4572437"/>
            <a:ext cx="3965252" cy="34748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Prop: </a:t>
            </a:r>
            <a:r>
              <a:rPr lang="en-GB" dirty="0" err="1"/>
              <a:t>QuestionData.ts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BA672D-8FD7-4704-8130-41F983334156}"/>
              </a:ext>
            </a:extLst>
          </p:cNvPr>
          <p:cNvSpPr/>
          <p:nvPr/>
        </p:nvSpPr>
        <p:spPr>
          <a:xfrm>
            <a:off x="4129703" y="4988544"/>
            <a:ext cx="3965252" cy="3387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 err="1"/>
              <a:t>Styles.ts</a:t>
            </a:r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1341EB-2BBC-46D6-A6C1-1C816A517694}"/>
              </a:ext>
            </a:extLst>
          </p:cNvPr>
          <p:cNvSpPr/>
          <p:nvPr/>
        </p:nvSpPr>
        <p:spPr>
          <a:xfrm>
            <a:off x="3750840" y="3243495"/>
            <a:ext cx="4661485" cy="42609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 err="1"/>
              <a:t>QuestionData.ts</a:t>
            </a:r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BAB6DC-09A1-4E38-A073-215D5F303164}"/>
              </a:ext>
            </a:extLst>
          </p:cNvPr>
          <p:cNvSpPr/>
          <p:nvPr/>
        </p:nvSpPr>
        <p:spPr>
          <a:xfrm>
            <a:off x="3743065" y="3738969"/>
            <a:ext cx="4661485" cy="4260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 err="1"/>
              <a:t>Styles.ts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9185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76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</cp:revision>
  <dcterms:created xsi:type="dcterms:W3CDTF">2021-01-30T12:58:28Z</dcterms:created>
  <dcterms:modified xsi:type="dcterms:W3CDTF">2021-01-31T16:06:14Z</dcterms:modified>
</cp:coreProperties>
</file>